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AROGYA RAKSHA AI</a:t>
            </a:r>
          </a:p>
          <a:p>
            <a:pPr>
              <a:spcBef>
                <a:spcPts val="1000"/>
              </a:spcBef>
              <a:defRPr sz="2000">
                <a:solidFill>
                  <a:srgbClr val="00B4D8"/>
                </a:solidFill>
              </a:defRPr>
            </a:pPr>
            <a:r>
              <a:t>आरोग्य रक्षा — Intelligent, Multilingual Healthcare Ecosystem for 1.4 Billion Indians</a:t>
            </a:r>
          </a:p>
          <a:p>
            <a:pPr>
              <a:spcBef>
                <a:spcPts val="800"/>
              </a:spcBef>
              <a:defRPr sz="1500">
                <a:solidFill>
                  <a:srgbClr val="B0BED9"/>
                </a:solidFill>
              </a:defRPr>
            </a:pPr>
            <a:r>
              <a:t>Bridging the gap between Rural Citizens, Frontline ASHA Workers, and Emergency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468880" cy="16459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06D6A0"/>
                </a:solidFill>
              </a:defRPr>
            </a:pPr>
            <a:r>
              <a:t>250,000+</a:t>
            </a:r>
          </a:p>
          <a:p>
            <a:pPr algn="ctr"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Medicines Indexed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931920"/>
            <a:ext cx="2468880" cy="16459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00B4D8"/>
                </a:solidFill>
              </a:defRPr>
            </a:pPr>
            <a:r>
              <a:t>200,000+</a:t>
            </a:r>
          </a:p>
          <a:p>
            <a:pPr algn="ctr"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Health Facilities Mapped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2468880" cy="16459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FFD166"/>
                </a:solidFill>
              </a:defRPr>
            </a:pPr>
            <a:r>
              <a:t>8 Indian</a:t>
            </a:r>
          </a:p>
          <a:p>
            <a:pPr algn="ctr"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Languages Supported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3931920"/>
            <a:ext cx="2468880" cy="16459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FF5A5F"/>
                </a:solidFill>
              </a:defRPr>
            </a:pPr>
            <a:r>
              <a:t>&lt; 10 Sec</a:t>
            </a:r>
          </a:p>
          <a:p>
            <a:pPr algn="ctr"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Rapid SOS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ED9"/>
                </a:solidFill>
              </a:defRPr>
            </a:pPr>
            <a:r>
              <a:t>Production-Grade Full-Stack System | Next.js 16 • Express 5 • Groq 70B &amp; Vision • Supabase • Redis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THE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The Crisis in Grassroots &amp; Emergency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ED9"/>
                </a:solidFill>
              </a:defRPr>
            </a:pPr>
            <a:r>
              <a:t>Structural bottlenecks that cost lives, bankrupt families, and exhaust health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5A5F"/>
                </a:solidFill>
              </a:defRPr>
            </a:pPr>
            <a:r>
              <a:t>1. Rural Disparity &amp; Low Doctor Ratio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65% of citizens live in rural India, yet 75% of doctors work in metros.</a:t>
            </a:r>
            <a:br/>
            <a:r>
              <a:t>• Doctor-to-patient ratio in villages sits worse than 1:1,500.</a:t>
            </a:r>
            <a:br/>
            <a:r>
              <a:t>• Patients travel 20-50 km only to find closed PHCs or absent specialists.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5A5F"/>
                </a:solidFill>
              </a:defRPr>
            </a:pPr>
            <a:r>
              <a:t>2. The Fatal 'Golden Hour' Bottleneck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In road trauma &amp; acute strokes, the barrier isn't medicine—it's delayed triage.</a:t>
            </a:r>
            <a:br/>
            <a:r>
              <a:t>• Paramedics have zero access to patient allergies, blood group, or history.</a:t>
            </a:r>
            <a:br/>
            <a:r>
              <a:t>• Emergency dispatch lacks real-time hospital bed synchronization.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3. ASHA Burnout &amp; Data Blindspots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Frontline ASHA workers drown in tedious physical paperwork.</a:t>
            </a:r>
            <a:br/>
            <a:r>
              <a:t>• District health officers lack real-time epidemiological telemetry.</a:t>
            </a:r>
            <a:br/>
            <a:r>
              <a:t>• Outbreaks (dengue, viral fevers) are identified weeks too 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4. Language &amp; Financial Barriers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English-first health apps exclude non-English speaking citizens.</a:t>
            </a:r>
            <a:br/>
            <a:r>
              <a:t>• 60%+ healthcare expenditure is paid out-of-pocket.</a:t>
            </a:r>
            <a:br/>
            <a:r>
              <a:t>• Unpredictable hospitalization bills plunge families into debt.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Arogya Raksha: The Complete AI Healthcare Safety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ED9"/>
                </a:solidFill>
              </a:defRPr>
            </a:pPr>
            <a:r>
              <a:t>A connected continuum connecting Patients, Emergency Responders, Health Workers &amp;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29000" cy="41148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0B4D8"/>
                </a:solidFill>
              </a:defRPr>
            </a:pPr>
            <a:r>
              <a:t>For Citizens &amp; Patients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Multilingual AI Triage (8 Indian languages via WhatsApp &amp; Web)</a:t>
            </a:r>
            <a:br/>
            <a:r>
              <a:t>• Zero app-install barrier: Voice &amp; text symptom checking</a:t>
            </a:r>
            <a:br/>
            <a:r>
              <a:t>• Vision AI scanning for medicine strips &amp; lab reports</a:t>
            </a:r>
            <a:br/>
            <a:r>
              <a:t>• Transparent procedure cost estimates &amp; EMI pathways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429000" cy="41148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5A5F"/>
                </a:solidFill>
              </a:defRPr>
            </a:pPr>
            <a:r>
              <a:t>For Emergency &amp; Trauma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Dynamic QR Emergency Medical ID for instant bystander scan</a:t>
            </a:r>
            <a:br/>
            <a:r>
              <a:t>• Automated clinical triage &amp; Golden Hour alert transmission</a:t>
            </a:r>
            <a:br/>
            <a:r>
              <a:t>• Instant hospital bed bridge &amp; real-time ambulance GPS</a:t>
            </a:r>
            <a:br/>
            <a:r>
              <a:t>• Instant push notifications &amp; WebRTC emergency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429000" cy="41148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6D6A0"/>
                </a:solidFill>
              </a:defRPr>
            </a:pPr>
            <a:r>
              <a:t>For ASHA &amp; Government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Digital field tool replacing paper health surveys</a:t>
            </a:r>
            <a:br/>
            <a:r>
              <a:t>• Real-time outbreak detection (e.g. 15% fever cluster alert)</a:t>
            </a:r>
            <a:br/>
            <a:r>
              <a:t>• Automated mobile health van dispatch recommendations</a:t>
            </a:r>
            <a:br/>
            <a:r>
              <a:t>• Comprehensive public health analytics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DEEP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Agentic AI &amp; Multimodal Medical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ED9"/>
                </a:solidFill>
              </a:defRPr>
            </a:pPr>
            <a:r>
              <a:t>Powered by Groq Llama-3.3 70B, Vision models, and localized predictive algorithms.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00B4D8"/>
                </a:solidFill>
              </a:defRPr>
            </a:pPr>
            <a:r>
              <a:t>🤖 MediBot AI Agent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Multi-tool conversational agent capable of scheduling appointments, finding generic medicine substitutes, scanning reports, and routing to nearest PHC.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06D6A0"/>
                </a:solidFill>
              </a:defRPr>
            </a:pPr>
            <a:r>
              <a:t>📷 Vision AI Medicine Scanner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Extracts dosage, active salt compositions, contraindications, and expiry from printed packaging with zero manual typing.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FFD166"/>
                </a:solidFill>
              </a:defRPr>
            </a:pPr>
            <a:r>
              <a:t>🎙️ Multilingual Voice Engine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Voice-to-voice interaction in Hindi, Telugu, Tamil, Kannada, Marathi, Bengali, Bhojpuri &amp; English for low-literacy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FF5A5F"/>
                </a:solidFill>
              </a:defRPr>
            </a:pPr>
            <a:r>
              <a:t>📊 Predictive Health Screening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Instant non-invasive ML risk assessments for Diabetes &amp; Cardiovascular diseases based on demographic and lifestyle vitals.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GOLDEN HOUR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Zero-Latency Emergency SOS &amp; Hospital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ED9"/>
                </a:solidFill>
              </a:defRPr>
            </a:pPr>
            <a:r>
              <a:t>From roadside trauma to hospital bed in minutes, powered by dynamic QR &amp; real-time WebSockets.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68880" cy="29260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B4D8"/>
                </a:solidFill>
              </a:defRPr>
            </a:pPr>
            <a:r>
              <a:t>1. QR Scan / SOS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Bystander or patient scans Emergency Medical QR code on helmet, phone, or card.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03120"/>
            <a:ext cx="2468880" cy="29260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2. AI Clinical Triage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Instant assessment of trauma severity; extracts allergies, blood type, vitals.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2468880" cy="29260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5A5F"/>
                </a:solidFill>
              </a:defRPr>
            </a:pPr>
            <a:r>
              <a:t>3. Hospital &amp; EMS Dispatch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Nearby trauma centers alerted; nearest ambulance dispatched with live GPS.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103120"/>
            <a:ext cx="2468880" cy="29260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6D6A0"/>
                </a:solidFill>
              </a:defRPr>
            </a:pPr>
            <a:r>
              <a:t>4. Real-time Telemetry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Hospital trauma ward prepares necessary blood and equipment before arrival.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744200" cy="100584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6D6A0"/>
                </a:solidFill>
              </a:defRPr>
            </a:pPr>
            <a:r>
              <a:t>⚡ Key Metric: Reduces emergency triage &amp; history retrieval latency from 25+ minutes to under 10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PUBLIC HEALTH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ASHA Worker Portal &amp; Epidemic Surveillance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ED9"/>
                </a:solidFill>
              </a:defRPr>
            </a:pPr>
            <a:r>
              <a:t>Turning frontline health workers into proactive disease sentinels.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B4D8"/>
                </a:solidFill>
              </a:defRPr>
            </a:pPr>
            <a:r>
              <a:t>👩‍⚕️ Digital ASHA Worker Portal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Replaces paper registries with high-speed mobile inputs.</a:t>
            </a:r>
            <a:br/>
            <a:r>
              <a:t>• Tracks prenatal care, infant vaccinations, and chronic patient schedules.</a:t>
            </a:r>
            <a:br/>
            <a:r>
              <a:t>• Automated task reminders and escalation flags for critical patients.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5A5F"/>
                </a:solidFill>
              </a:defRPr>
            </a:pPr>
            <a:r>
              <a:t>📈 Proactive Outbreak Detection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Aggregates village-level symptom reports in real time.</a:t>
            </a:r>
            <a:br/>
            <a:r>
              <a:t>• Algorithms detect anomalous fever, diarrhea, or respiratory spikes.</a:t>
            </a:r>
            <a:br/>
            <a:r>
              <a:t>• Automatically flags high-risk infection clusters days before hospitals flood.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6D6A0"/>
                </a:solidFill>
              </a:defRPr>
            </a:pPr>
            <a:r>
              <a:t>🚐 Automated Resource Dispatch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AI recommends exact GPS zones for Mobile Health Van deployment.</a:t>
            </a:r>
            <a:br/>
            <a:r>
              <a:t>• Direct coordination with District Health Officers.</a:t>
            </a:r>
            <a:br/>
            <a:r>
              <a:t>• Ensures targeted medical supplies reach isolated villages proactively.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212080" cy="20116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🤝 Community Care &amp; HealthShare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Elder Care matching for isolated senior citizens with registered caregivers.</a:t>
            </a:r>
            <a:br/>
            <a:r>
              <a:t>• Real-time blood donor network &amp; medical equipment sharing.</a:t>
            </a:r>
            <a:br/>
            <a:r>
              <a:t>• Fosters community-level resilience and mutual aid.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ENGINEERING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Built for Scale: Production-Grade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ED9"/>
                </a:solidFill>
              </a:defRPr>
            </a:pPr>
            <a:r>
              <a:t>Engineered with ultra-fast inference, sub-second caching, and real-time event streaming.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29000" cy="41148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0B4D8"/>
                </a:solidFill>
              </a:defRPr>
            </a:pPr>
            <a:r>
              <a:t>Frontend &amp; UI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Next.js 16 (App Router, RSC)</a:t>
            </a:r>
            <a:br/>
            <a:r>
              <a:t>• React 19 + TypeScript</a:t>
            </a:r>
            <a:br/>
            <a:r>
              <a:t>• Tailwind CSS v4 + Framer Motion</a:t>
            </a:r>
            <a:br/>
            <a:r>
              <a:t>• Leaflet Interactive Geo-Maps</a:t>
            </a:r>
            <a:br/>
            <a:r>
              <a:t>• Recharts Real-Time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429000" cy="41148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6D6A0"/>
                </a:solidFill>
              </a:defRPr>
            </a:pPr>
            <a:r>
              <a:t>Backend &amp; Data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Express 5 REST API (25+ routes)</a:t>
            </a:r>
            <a:br/>
            <a:r>
              <a:t>• Supabase PostgreSQL (RLS)</a:t>
            </a:r>
            <a:br/>
            <a:r>
              <a:t>• Redis Cloud (TTL 300s cache)</a:t>
            </a:r>
            <a:br/>
            <a:r>
              <a:t>• Socket.io Bidirectional Events</a:t>
            </a:r>
            <a:br/>
            <a:r>
              <a:t>• Cloudinary Secure CDN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429000" cy="41148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D166"/>
                </a:solidFill>
              </a:defRPr>
            </a:pPr>
            <a:r>
              <a:t>AI &amp; Integrations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Groq LLM (Llama 3.3 70B)</a:t>
            </a:r>
            <a:br/>
            <a:r>
              <a:t>• Multi-Key Failover Engine</a:t>
            </a:r>
            <a:br/>
            <a:r>
              <a:t>• Llama 4 Vision Document OCR</a:t>
            </a:r>
            <a:br/>
            <a:r>
              <a:t>• Twilio / WhatsApp Business API</a:t>
            </a:r>
            <a:br/>
            <a:r>
              <a:t>• Razorpay Healthcare Payments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B4D8"/>
                </a:solidFill>
              </a:defRPr>
            </a:pPr>
            <a:r>
              <a:t>FUTURE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Scalability, Government Integration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ED9"/>
                </a:solidFill>
              </a:defRPr>
            </a:pPr>
            <a:r>
              <a:t>Transforming Bharat's healthcare delivery from reactive treatment to proactive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29000" cy="329184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6D6A0"/>
                </a:solidFill>
              </a:defRPr>
            </a:pPr>
            <a:r>
              <a:t>Phase 1: Current Impact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Working production app with 24 pages</a:t>
            </a:r>
            <a:br/>
            <a:r>
              <a:t>• 250,000+ medicines &amp; 200,000+ facilities</a:t>
            </a:r>
            <a:br/>
            <a:r>
              <a:t>• 8 Indian languages live in production</a:t>
            </a:r>
            <a:br/>
            <a:r>
              <a:t>• Real-time crisis &amp; SOS dispatch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429000" cy="329184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0B4D8"/>
                </a:solidFill>
              </a:defRPr>
            </a:pPr>
            <a:r>
              <a:t>Phase 2: ABDM Integration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Ayushman Bharat Digital Mission sync</a:t>
            </a:r>
            <a:br/>
            <a:r>
              <a:t>• Direct ABHA ID integration for medical records</a:t>
            </a:r>
            <a:br/>
            <a:r>
              <a:t>• Integration with 108 Emergency Ambulance networks</a:t>
            </a:r>
            <a:br/>
            <a:r>
              <a:t>• State-level disease heatmaps for health ministries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429000" cy="329184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D166"/>
                </a:solidFill>
              </a:defRPr>
            </a:pPr>
            <a:r>
              <a:t>Phase 3: Nationwide Scale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Offline-first edge models for remote tribal areas</a:t>
            </a:r>
            <a:br/>
            <a:r>
              <a:t>• Drone delivery dispatch for anti-venom &amp; emergency drugs</a:t>
            </a:r>
            <a:br/>
            <a:r>
              <a:t>• Micro-insurance underwriting based on verified health habits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44200" cy="8229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🎯 Mission: Deliver equitable, intelligent, life-saving healthcare to every single Indian pin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